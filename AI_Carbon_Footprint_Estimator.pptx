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0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22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3781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4294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28227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6924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7176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6607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91603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1565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4084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0352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46409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21221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277411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7345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4121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72888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74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786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40916C">
              <a:alpha val="70000"/>
            </a:srgbClr>
          </a:solidFill>
          <a:ln w="12700">
            <a:solidFill>
              <a:srgbClr val="40916C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6576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🌱 SDG Goal 13 – Climate 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Carbon Footprint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Estimator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daily lifestyle habits · Estimate environmental impact · Get AI-powered sustainability insights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Sai Arpit</a:t>
            </a:r>
            <a:endParaRPr lang="en-US" sz="1500" dirty="0"/>
          </a:p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College 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:Jaypee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 of Engineering and technology</a:t>
            </a:r>
          </a:p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AICTE student id:-STU67f74a62b09591744259682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8404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43000"/>
            <a:ext cx="2560320" cy="2560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4173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Unaware</a:t>
            </a:r>
            <a:endParaRPr lang="en-US" sz="3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population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291840" y="118872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74720" y="12344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114800" y="12618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Awareness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0" y="16093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know how daily activities affect carbon emissions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3774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24231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114800" y="24505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Unsustainable Habits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0" y="27980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feedback leads to persistent environmentally harmful choices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1840" y="356616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474720" y="36118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114800" y="36393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Impact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39867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emissions contribute to global warming and climate change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Solution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09728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HTML/CSS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Collection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5237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transport, electricity, food &amp; plastic consumption data from users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6459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060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Scoring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5237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an estimated carbon footprint score based on lifestyle inputs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401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41696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generates personalized sustainability recommendations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401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0060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Display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41696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impact level and a custom eco-friendly action plan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Alignment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37160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Goal 13</a:t>
            </a:r>
            <a:endParaRPr lang="en-US" sz="2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🌱 Climate Action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Carbon emission awareness at individual level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Encourages sustainable daily lifestyle choices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Promotes environmental responsibility globally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023360" cy="3840480"/>
          </a:xfrm>
          <a:prstGeom prst="roundRect">
            <a:avLst>
              <a:gd name="adj" fmla="val 4762"/>
            </a:avLst>
          </a:prstGeom>
          <a:solidFill>
            <a:srgbClr val="2D6A4F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🌍
</a:t>
            </a:r>
            <a:endParaRPr lang="en-US" sz="48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urgent action to</a:t>
            </a:r>
            <a:endParaRPr lang="en-US" sz="48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 climate change</a:t>
            </a:r>
            <a:endParaRPr lang="en-US" sz="48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its impacts.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Workflow &amp; Agent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1417320" cy="1280160"/>
          </a:xfrm>
          <a:prstGeom prst="roundRect">
            <a:avLst>
              <a:gd name="adj" fmla="val 10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258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8288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00784" y="1874520"/>
            <a:ext cx="246888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3664" y="1737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1234440"/>
            <a:ext cx="1417320" cy="1280160"/>
          </a:xfrm>
          <a:prstGeom prst="roundRect">
            <a:avLst>
              <a:gd name="adj" fmla="val 10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3258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65960" y="18288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38144" y="1874520"/>
            <a:ext cx="246888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1737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1234440"/>
            <a:ext cx="1417320" cy="1280160"/>
          </a:xfrm>
          <a:prstGeom prst="roundRect">
            <a:avLst>
              <a:gd name="adj" fmla="val 10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13258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03320" y="18288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75504" y="1874520"/>
            <a:ext cx="246888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737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1234440"/>
            <a:ext cx="1417320" cy="1280160"/>
          </a:xfrm>
          <a:prstGeom prst="roundRect">
            <a:avLst>
              <a:gd name="adj" fmla="val 10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13258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18288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12864" y="1874520"/>
            <a:ext cx="246888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737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1234440"/>
            <a:ext cx="1417320" cy="1280160"/>
          </a:xfrm>
          <a:prstGeom prst="roundRect">
            <a:avLst>
              <a:gd name="adj" fmla="val 10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78040" y="13258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78040" y="18288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Logic Flow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65760" y="32461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Collection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2880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103120" y="32461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74C69D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Score Calculation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56616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0480" y="32461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0352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577840" y="32461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74C69D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4088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15200" y="324612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Output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57276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sustainable habits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eco-awareness early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 daily campus life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32120" y="157276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household impact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electricity waste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sustainable choices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4300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Eco-Conscious Users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49300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personal emissions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tailored action plans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over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🏫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3212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Institutions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32120" y="349300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SDG initiatives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curriculum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large communities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ethics and transparency at its 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Personal Data Storage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are never saved or shared — full privacy by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55448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0" y="1554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Recommendations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965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suggestions are clearly explained and traceable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38328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97280" y="3383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Decision Remains Final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794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informs; users retain full autonomy over their choices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38328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0" y="3383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Focused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794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prioritizes environmental well-being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920240"/>
          </a:xfrm>
          <a:prstGeom prst="roundRect">
            <a:avLst>
              <a:gd name="adj" fmla="val 857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Awareness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at individual level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920240"/>
          </a:xfrm>
          <a:prstGeom prst="roundRect">
            <a:avLst>
              <a:gd name="adj" fmla="val 857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⬇️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4612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Emissions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331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carbon output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2651760" cy="1920240"/>
          </a:xfrm>
          <a:prstGeom prst="roundRect">
            <a:avLst>
              <a:gd name="adj" fmla="val 857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7220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Decisions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331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environmental choices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8503920" cy="1463040"/>
          </a:xfrm>
          <a:prstGeom prst="roundRect">
            <a:avLst>
              <a:gd name="adj" fmla="val 9375"/>
            </a:avLst>
          </a:prstGeom>
          <a:solidFill>
            <a:srgbClr val="2D6A4F">
              <a:alpha val="85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Implemented Widely: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eco-friendly habits · Reduce carbon emissions · Support global climate action · Improve sustainable choices across communities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Demo &amp; Future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Version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438912"/>
          </a:xfrm>
          <a:prstGeom prst="roundRect">
            <a:avLst>
              <a:gd name="adj" fmla="val 16667"/>
            </a:avLst>
          </a:prstGeom>
          <a:solidFill>
            <a:srgbClr val="B7E4C7">
              <a:alpha val="70000"/>
            </a:srgbClr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RAG implemented in prototype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now: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Gemini AI prompting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carbon scoring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sustainability tips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3566160"/>
          </a:xfrm>
          <a:prstGeom prst="roundRect">
            <a:avLst>
              <a:gd name="adj" fmla="val 384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8288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Connect environmental datasets &amp; sustainability reports via RAG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23591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Integrate global emission standards and regional benchmarks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288950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with real-time emission tracking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34198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Community leaderboards for eco-friendly challenges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9502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Historical trend analysis and personal emission dashboards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1554480"/>
          </a:xfrm>
          <a:prstGeom prst="roundRect">
            <a:avLst>
              <a:gd name="adj" fmla="val 10588"/>
            </a:avLst>
          </a:prstGeom>
          <a:solidFill>
            <a:srgbClr val="2D6A4F">
              <a:alpha val="8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Carbon Footprint Estimator combines the power of Artificial Intelligence with sustainability science to help users make environmentally responsible decisions — through simple, personalized analysis and actionable recommendations.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40916C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80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Raises carbon emission awareness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88036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40916C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2880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Delivers AI-powered eco recommendations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40916C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0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Supports SDG Goal 13 – Climate Action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84048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40916C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3840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Responsible AI with user privacy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Together, small changes create a big impact.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D5B6B-A48D-C24B-A33D-BEF4A96A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AND OUTPUT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736F9F-FAE5-8229-26B9-F556B3149912}"/>
              </a:ext>
            </a:extLst>
          </p:cNvPr>
          <p:cNvSpPr/>
          <p:nvPr/>
        </p:nvSpPr>
        <p:spPr>
          <a:xfrm>
            <a:off x="508001" y="1144800"/>
            <a:ext cx="6238399" cy="35415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642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CA57-4BDB-AEBC-9B32-15D7E4231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LINK OR DEPLOYMENT LINK:-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DF5BD-710C-6A95-FE8C-99329A81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Github</a:t>
            </a:r>
            <a:r>
              <a:rPr lang="en-US" dirty="0"/>
              <a:t> Link:-https://github.com/SaiArpit2006/AICTE-1M1B-PROJECT.git</a:t>
            </a:r>
          </a:p>
        </p:txBody>
      </p:sp>
    </p:spTree>
    <p:extLst>
      <p:ext uri="{BB962C8B-B14F-4D97-AF65-F5344CB8AC3E}">
        <p14:creationId xmlns:p14="http://schemas.microsoft.com/office/powerpoint/2010/main" val="7335407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</TotalTime>
  <Words>546</Words>
  <Application>Microsoft Office PowerPoint</Application>
  <PresentationFormat>On-screen Show (16:9)</PresentationFormat>
  <Paragraphs>156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 AND OUTPUT</vt:lpstr>
      <vt:lpstr>GITHUB LINK OR DEPLOYMENT LINK:-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Carbon Footprint Estimator</dc:title>
  <dc:subject>PptxGenJS Presentation</dc:subject>
  <dc:creator>AI Carbon Footprint Estimator</dc:creator>
  <cp:lastModifiedBy>SAI ARPIT</cp:lastModifiedBy>
  <cp:revision>2</cp:revision>
  <dcterms:created xsi:type="dcterms:W3CDTF">2026-06-21T05:36:01Z</dcterms:created>
  <dcterms:modified xsi:type="dcterms:W3CDTF">2026-06-21T06:56:08Z</dcterms:modified>
</cp:coreProperties>
</file>